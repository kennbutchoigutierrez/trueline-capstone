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0:00-0:25 — Who you are and what you build. Say it in one sentence before anything appears on screen. Do not open on a login page or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0:25-0:45 — The map. Say the parts out loud once so the viewer knows the shape of what is coming, then get off this slide. Do not read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
ON SCREEN NEXT: the rendered creative from carousel/out and the four hook angles from ad-drafts.md. Do NOT open Ads Manager — the drafts in there are part-built, and this is the section meant to prove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4:10-4:45 — The close. Name the next step out loud; do not let the slide do it alone. Swap the placeholder for a real booking link BEFORE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502920"/>
            <a:ext cx="4023360" cy="4023360"/>
          </a:xfrm>
          <a:prstGeom prst="ellipse">
            <a:avLst/>
          </a:prstGeom>
          <a:ln w="19050">
            <a:solidFill>
              <a:srgbClr val="C46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2880360"/>
            <a:ext cx="1828800" cy="1828800"/>
          </a:xfrm>
          <a:prstGeom prst="ellipse">
            <a:avLst/>
          </a:prstGeom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LEAD-GENERATION SYSTEMS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Peter Gutierrez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the machine that turns a stranger into a booked call: the page, the ads that feed it, the CRM behind it, and the follow-up that runs without anyone remembering to send it.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are about to see, I built in one week.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system, not four deliverables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is worth something. Wired together they compound.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16736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page that converts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26771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promise, prices in public, and a form that asks the one question that matters.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572768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1828800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31536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 that feed 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19472" y="226771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carousel and four ad drafts, one hook angle each, pointed at the page.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45536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0156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16736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CRM behind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384048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in one place, moving from new, to booked, to sold.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3145536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340156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31536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that runs itself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19472" y="384048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workflows and branded email, firing on their own within sixty seconds.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lands, gets a straight promise and real prices, and tells me which of three problems they have.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a page that earns the click it paid for.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carousel slides and four ad drafts, built from one creative source and rendered at three ratios.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creative that survives every placement without a bad crop.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from new lead to won, fifteen real leads on the board, and dead deals that keep their history.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a pipeline that tells you where money actually stalls.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follow-up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workflows. A reply inside sixty seconds, then a sequence that branches on who the lead actually 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the part that runs when nobody is at their desk.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2286000"/>
            <a:ext cx="3291840" cy="329184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83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running the business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build this for you.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03504" y="2176272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CRM set up, with every lead in one place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" y="2578608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871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and the page that fills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" y="2980944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895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ads that feed the page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" y="3383280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follow-up that runs on its own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2103120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C4622D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10312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call with 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89320" y="3035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3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BOOKING LINK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Peter Gutierrez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Peter Gutierrez — capability pitch</dc:title>
  <dc:subject>PptxGenJS Presentation</dc:subject>
  <dc:creator>Peter Gutierrez</dc:creator>
  <cp:lastModifiedBy>Peter Gutierrez</cp:lastModifiedBy>
  <cp:revision>1</cp:revision>
  <dcterms:created xsi:type="dcterms:W3CDTF">2026-08-11T18:42:56Z</dcterms:created>
  <dcterms:modified xsi:type="dcterms:W3CDTF">2026-08-11T18:42:56Z</dcterms:modified>
</cp:coreProperties>
</file>