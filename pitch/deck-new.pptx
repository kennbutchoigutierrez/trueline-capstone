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0:00-0:25 — Who you are and what you build. Say it in one sentence before anything appears on screen. Do not open on a login page or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0:25-0:45 — The map. Say the parts out loud once so the viewer knows the shape of what is coming, then get off this slide. Do not read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
ON SCREEN NEXT: the rendered creative from carousel/out and the four hook angles from ad-drafts.md. Do NOT open Ads Manager — the drafts in there are part-built, and this is the section meant to prove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nine slides that argue one thing — most roofs get replaced when they needed a repair. The diagrams are hand-drawn, not stock. Do not narrate each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that lands here: excluding Stories to dodge a bad crop is the wrong instinct — supply the right crop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strategy beat, and it is rarer than being able to make a nice image. Say: two of these share creative so the only variable is the copy, and one swaps the photo for a diagram against the same promise. A test you can learn from, not four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4:10-4:45 — The close. Name the next step out loud; do not let the slide do it alone. Swap the placeholder for a real booking link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502920"/>
            <a:ext cx="4023360" cy="4023360"/>
          </a:xfrm>
          <a:prstGeom prst="ellipse">
            <a:avLst/>
          </a:prstGeom>
          <a:ln w="1905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2880360"/>
            <a:ext cx="1828800" cy="1828800"/>
          </a:xfrm>
          <a:prstGeom prst="ellipse">
            <a:avLst/>
          </a:prstGeom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LEAD-GENERATION SYSTEMS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Peter Gutierrez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the machine that turns a stranger into a booked call: the page, the ads that feed it, the CRM behind it, and the follow-up that runs without anyone remembering to send it.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are about to see, I built in one week.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system, not four deliverables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worth something. Wired together they compound.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that converts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26771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promise, prices in public, and a form that asks the one question that matters.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57276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828800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31536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that feed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9472" y="226771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carousel and four ad drafts, one hook angle each, pointed at the page.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0156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16736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CRM behind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84048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in one place, moving from new, to booked, to sold.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145536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340156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31536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that runs itself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19472" y="384048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 and branded email, firing on their own within sixty seconds.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lands, gets a straight promise and real prices, and tells me which of three problems they have.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a page that earns the click it paid for.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carousel slides and four ad drafts, built from one creative source and rendered at three ratios.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creative that survives every placement without a bad crop.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SLIDES, ONE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Hook, six signs, then the counterweight</a:t>
            </a:r>
            <a:endParaRPr lang="en-US" sz="2700" dirty="0"/>
          </a:p>
        </p:txBody>
      </p:sp>
      <p:pic>
        <p:nvPicPr>
          <p:cNvPr id="4" name="Image 0" descr="img/card-h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2121408" cy="26517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58368" y="4114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hook</a:t>
            </a:r>
            <a:endParaRPr lang="en-US" sz="1100" dirty="0"/>
          </a:p>
        </p:txBody>
      </p:sp>
      <p:pic>
        <p:nvPicPr>
          <p:cNvPr id="6" name="Image 1" descr="img/card-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371600"/>
            <a:ext cx="2121408" cy="26517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328416" y="4114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one of six signs</a:t>
            </a:r>
            <a:endParaRPr lang="en-US" sz="1100" dirty="0"/>
          </a:p>
        </p:txBody>
      </p:sp>
      <p:pic>
        <p:nvPicPr>
          <p:cNvPr id="8" name="Image 2" descr="img/card-c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1371600"/>
            <a:ext cx="2121408" cy="26517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5998464" y="4114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the ask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66928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peso figure on these cards is a real range from the price list.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THREE RATIOS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a bad crop</a:t>
            </a:r>
            <a:endParaRPr lang="en-US" sz="2700" dirty="0"/>
          </a:p>
        </p:txBody>
      </p:sp>
      <p:pic>
        <p:nvPicPr>
          <p:cNvPr id="4" name="Image 0" descr="img/ratio-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572768"/>
            <a:ext cx="1975104" cy="246888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16232E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59536" y="415137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 · feed</a:t>
            </a:r>
            <a:endParaRPr lang="en-US" sz="1100" dirty="0"/>
          </a:p>
        </p:txBody>
      </p:sp>
      <p:pic>
        <p:nvPicPr>
          <p:cNvPr id="6" name="Image 1" descr="img/ratio-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847088"/>
            <a:ext cx="2194560" cy="219456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16232E">
                <a:alpha val="1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401568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· carousel card</a:t>
            </a:r>
            <a:endParaRPr lang="en-US" sz="1100" dirty="0"/>
          </a:p>
        </p:txBody>
      </p:sp>
      <p:pic>
        <p:nvPicPr>
          <p:cNvPr id="8" name="Image 2" descr="img/ratio-9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252728"/>
            <a:ext cx="1572768" cy="278892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16232E">
                <a:alpha val="18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163056" y="415137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· Stories and Reels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48640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 source, three viewport-height media queries. Fix a typo once, re-render three times.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017520"/>
            <a:ext cx="2377440" cy="2377440"/>
          </a:xfrm>
          <a:prstGeom prst="ellipse">
            <a:avLst/>
          </a:prstGeom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ADS, ONE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so the result means something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03504" y="1508760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six-signs-carousel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3856" y="16824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educational sequence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" y="2167128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story-7800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" y="2340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English testimonial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" y="2825496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" y="2761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taglish-380k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3856" y="29992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creative, Taglish interrupt — isolates copy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" y="3483864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the-18-peso-part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3856" y="3657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instead of photo — isolates creative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pairs, one variable each. Four ads that can actually tell you why one won.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new lead to won, fifteen real leads on the board, and dead deals that keep their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a pipeline that tells you where money actually stalls.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follow-up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workflows. A reply inside sixty seconds, then a sequence that branches on who the lead actually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the part that runs when nobody is at their desk.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2286000"/>
            <a:ext cx="3291840" cy="329184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8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running the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build this for you.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3504" y="2176272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CRM set up, with every lead in one place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2578608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87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and the page that fills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2980944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895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 that feed the page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" y="3383280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that runs on its own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210312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C4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10312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 with 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3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BOOKING 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Peter Gutierrez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Peter Gutierrez — capability pitch</dc:title>
  <dc:subject>PptxGenJS Presentation</dc:subject>
  <dc:creator>Peter Gutierrez</dc:creator>
  <cp:lastModifiedBy>Peter Gutierrez</cp:lastModifiedBy>
  <cp:revision>1</cp:revision>
  <dcterms:created xsi:type="dcterms:W3CDTF">2026-08-11T18:50:27Z</dcterms:created>
  <dcterms:modified xsi:type="dcterms:W3CDTF">2026-08-11T18:50:27Z</dcterms:modified>
</cp:coreProperties>
</file>